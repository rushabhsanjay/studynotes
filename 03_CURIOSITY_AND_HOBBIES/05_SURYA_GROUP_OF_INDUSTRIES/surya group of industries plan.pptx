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114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22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20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14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90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414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63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84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37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42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10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06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E2825-492F-4100-BDFE-089228A3DEF4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2BBB8-AD3D-482E-A4D2-7F2F2B02EE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5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5E337E-ED21-37AA-22A3-B6C2A162DDC7}"/>
              </a:ext>
            </a:extLst>
          </p:cNvPr>
          <p:cNvSpPr/>
          <p:nvPr/>
        </p:nvSpPr>
        <p:spPr>
          <a:xfrm>
            <a:off x="124691" y="133004"/>
            <a:ext cx="4621876" cy="18786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F9B74-43AD-65AF-D628-2B666BDB021D}"/>
              </a:ext>
            </a:extLst>
          </p:cNvPr>
          <p:cNvSpPr/>
          <p:nvPr/>
        </p:nvSpPr>
        <p:spPr>
          <a:xfrm>
            <a:off x="4896196" y="501534"/>
            <a:ext cx="1961804" cy="11188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119BF-AA5F-4D29-87F6-2E6A79576B85}"/>
              </a:ext>
            </a:extLst>
          </p:cNvPr>
          <p:cNvSpPr txBox="1"/>
          <p:nvPr/>
        </p:nvSpPr>
        <p:spPr>
          <a:xfrm>
            <a:off x="4947458" y="1034011"/>
            <a:ext cx="168482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Instagram</a:t>
            </a:r>
          </a:p>
          <a:p>
            <a:r>
              <a:rPr lang="en-IN" dirty="0"/>
              <a:t>	</a:t>
            </a:r>
            <a:r>
              <a:rPr lang="en-IN" dirty="0" err="1"/>
              <a:t>rushabh</a:t>
            </a:r>
            <a:endParaRPr lang="en-IN" dirty="0"/>
          </a:p>
          <a:p>
            <a:r>
              <a:rPr lang="en-IN" dirty="0"/>
              <a:t>	Surya</a:t>
            </a:r>
          </a:p>
          <a:p>
            <a:r>
              <a:rPr lang="en-IN" dirty="0"/>
              <a:t>	</a:t>
            </a:r>
            <a:r>
              <a:rPr lang="en-IN" dirty="0" err="1"/>
              <a:t>oddworks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onkar</a:t>
            </a:r>
            <a:endParaRPr lang="en-IN" dirty="0"/>
          </a:p>
          <a:p>
            <a:r>
              <a:rPr lang="en-IN" dirty="0" err="1"/>
              <a:t>Youtube</a:t>
            </a:r>
            <a:endParaRPr lang="en-IN" dirty="0"/>
          </a:p>
          <a:p>
            <a:r>
              <a:rPr lang="en-IN" dirty="0"/>
              <a:t>	Playlist1</a:t>
            </a:r>
          </a:p>
          <a:p>
            <a:r>
              <a:rPr lang="en-IN" dirty="0"/>
              <a:t>Apps</a:t>
            </a:r>
          </a:p>
          <a:p>
            <a:r>
              <a:rPr lang="en-IN" dirty="0"/>
              <a:t>	</a:t>
            </a:r>
            <a:r>
              <a:rPr lang="en-IN" dirty="0" err="1"/>
              <a:t>Oddworks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Onelogs</a:t>
            </a:r>
            <a:endParaRPr lang="en-IN" dirty="0"/>
          </a:p>
          <a:p>
            <a:r>
              <a:rPr lang="en-IN" dirty="0"/>
              <a:t>Webpages</a:t>
            </a:r>
          </a:p>
          <a:p>
            <a:r>
              <a:rPr lang="en-IN" dirty="0"/>
              <a:t>	</a:t>
            </a:r>
            <a:r>
              <a:rPr lang="en-IN" dirty="0" err="1"/>
              <a:t>Studyindex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98D58-ACD0-DBF6-FEFF-EF3381FBADBB}"/>
              </a:ext>
            </a:extLst>
          </p:cNvPr>
          <p:cNvSpPr/>
          <p:nvPr/>
        </p:nvSpPr>
        <p:spPr>
          <a:xfrm>
            <a:off x="54033" y="1483360"/>
            <a:ext cx="4739640" cy="317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About 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3CF46-8075-3888-BA71-D8F2CF5BA615}"/>
              </a:ext>
            </a:extLst>
          </p:cNvPr>
          <p:cNvSpPr/>
          <p:nvPr/>
        </p:nvSpPr>
        <p:spPr>
          <a:xfrm>
            <a:off x="52648" y="3738880"/>
            <a:ext cx="4739640" cy="317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Important project</a:t>
            </a:r>
            <a:br>
              <a:rPr lang="en-IN" dirty="0"/>
            </a:br>
            <a:r>
              <a:rPr lang="en-IN" sz="2800" dirty="0" err="1"/>
              <a:t>onelogs</a:t>
            </a:r>
            <a:br>
              <a:rPr lang="en-IN" dirty="0"/>
            </a:br>
            <a:r>
              <a:rPr lang="en-IN" sz="1100" dirty="0" err="1"/>
              <a:t>youtube</a:t>
            </a:r>
            <a:br>
              <a:rPr lang="en-IN" sz="1100" dirty="0"/>
            </a:br>
            <a:r>
              <a:rPr lang="en-IN" sz="1100" dirty="0" err="1"/>
              <a:t>github</a:t>
            </a:r>
            <a:br>
              <a:rPr lang="en-IN" dirty="0"/>
            </a:br>
            <a:r>
              <a:rPr lang="en-IN" sz="1050" dirty="0" err="1"/>
              <a:t>googleplay</a:t>
            </a:r>
            <a:br>
              <a:rPr lang="en-IN" dirty="0"/>
            </a:br>
            <a:r>
              <a:rPr lang="en-IN" dirty="0" err="1"/>
              <a:t>studyindex</a:t>
            </a:r>
            <a:endParaRPr lang="en-IN" dirty="0"/>
          </a:p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46494E-7D11-A0B0-8313-7BDE7AF958D8}"/>
              </a:ext>
            </a:extLst>
          </p:cNvPr>
          <p:cNvSpPr/>
          <p:nvPr/>
        </p:nvSpPr>
        <p:spPr>
          <a:xfrm>
            <a:off x="51263" y="6146800"/>
            <a:ext cx="4739640" cy="317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About odd works</a:t>
            </a:r>
          </a:p>
          <a:p>
            <a:pPr algn="ctr"/>
            <a:r>
              <a:rPr lang="en-IN" dirty="0"/>
              <a:t>What is odd works now</a:t>
            </a:r>
          </a:p>
          <a:p>
            <a:pPr algn="ctr"/>
            <a:r>
              <a:rPr lang="en-IN" dirty="0"/>
              <a:t>Future plans</a:t>
            </a:r>
          </a:p>
          <a:p>
            <a:pPr algn="ctr"/>
            <a:r>
              <a:rPr lang="en-IN" dirty="0"/>
              <a:t>-Surya group of industries</a:t>
            </a:r>
            <a:br>
              <a:rPr lang="en-IN" dirty="0"/>
            </a:br>
            <a:r>
              <a:rPr lang="en-IN" dirty="0"/>
              <a:t>pipeline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5665B6-E8B9-65C8-57FA-F70BCEB19AB7}"/>
              </a:ext>
            </a:extLst>
          </p:cNvPr>
          <p:cNvSpPr/>
          <p:nvPr/>
        </p:nvSpPr>
        <p:spPr>
          <a:xfrm>
            <a:off x="110145" y="9769302"/>
            <a:ext cx="4621876" cy="18786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235BA9-13D0-56D4-604A-FDA65642BC3A}"/>
              </a:ext>
            </a:extLst>
          </p:cNvPr>
          <p:cNvSpPr txBox="1"/>
          <p:nvPr/>
        </p:nvSpPr>
        <p:spPr>
          <a:xfrm>
            <a:off x="301683" y="9909810"/>
            <a:ext cx="20765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Contact</a:t>
            </a:r>
            <a:br>
              <a:rPr lang="en-IN" dirty="0"/>
            </a:br>
            <a:r>
              <a:rPr lang="en-IN" dirty="0"/>
              <a:t>privacy policy</a:t>
            </a:r>
            <a:br>
              <a:rPr lang="en-IN" dirty="0"/>
            </a:br>
            <a:r>
              <a:rPr lang="en-IN" dirty="0"/>
              <a:t>declaration</a:t>
            </a:r>
            <a:br>
              <a:rPr lang="en-IN" dirty="0"/>
            </a:br>
            <a:r>
              <a:rPr lang="en-IN" dirty="0"/>
              <a:t>help</a:t>
            </a:r>
            <a:br>
              <a:rPr lang="en-IN" dirty="0"/>
            </a:br>
            <a:r>
              <a:rPr lang="en-IN" dirty="0"/>
              <a:t>terms and condition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78A134B-DEB8-87BC-3B08-EE12D11F217E}"/>
              </a:ext>
            </a:extLst>
          </p:cNvPr>
          <p:cNvSpPr/>
          <p:nvPr/>
        </p:nvSpPr>
        <p:spPr>
          <a:xfrm>
            <a:off x="2345025" y="9909810"/>
            <a:ext cx="44958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5882A5-1305-2A13-78FC-BDE1E9602E54}"/>
              </a:ext>
            </a:extLst>
          </p:cNvPr>
          <p:cNvSpPr/>
          <p:nvPr/>
        </p:nvSpPr>
        <p:spPr>
          <a:xfrm>
            <a:off x="2897405" y="9909810"/>
            <a:ext cx="44958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FE617E3-CF57-14B2-F0F2-026DBAD84E36}"/>
              </a:ext>
            </a:extLst>
          </p:cNvPr>
          <p:cNvSpPr/>
          <p:nvPr/>
        </p:nvSpPr>
        <p:spPr>
          <a:xfrm>
            <a:off x="3469740" y="9909810"/>
            <a:ext cx="44958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7CFD0BE-51F0-D2F7-BCCB-94C1912FB495}"/>
              </a:ext>
            </a:extLst>
          </p:cNvPr>
          <p:cNvSpPr/>
          <p:nvPr/>
        </p:nvSpPr>
        <p:spPr>
          <a:xfrm>
            <a:off x="4068949" y="9909810"/>
            <a:ext cx="449580" cy="5524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25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A5A372-8DEF-80E2-07D1-B6A894AF6C70}"/>
              </a:ext>
            </a:extLst>
          </p:cNvPr>
          <p:cNvSpPr txBox="1"/>
          <p:nvPr/>
        </p:nvSpPr>
        <p:spPr>
          <a:xfrm>
            <a:off x="747697" y="1350968"/>
            <a:ext cx="5003165" cy="7571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Tech service</a:t>
            </a:r>
            <a:br>
              <a:rPr lang="en-IN" dirty="0"/>
            </a:br>
            <a:r>
              <a:rPr lang="en-IN" dirty="0"/>
              <a:t>Tech production</a:t>
            </a:r>
            <a:br>
              <a:rPr lang="en-IN" dirty="0"/>
            </a:br>
            <a:r>
              <a:rPr lang="en-IN" dirty="0"/>
              <a:t>foods – hotels shops beverages produce distribute, </a:t>
            </a:r>
            <a:br>
              <a:rPr lang="en-IN" dirty="0"/>
            </a:br>
            <a:r>
              <a:rPr lang="en-IN" dirty="0"/>
              <a:t>culture – PUBLIC LTD TATA TRUST - PHILANTHROPY</a:t>
            </a:r>
            <a:br>
              <a:rPr lang="en-IN" dirty="0"/>
            </a:br>
            <a:r>
              <a:rPr lang="en-IN" dirty="0"/>
              <a:t> - Debates – cultural </a:t>
            </a:r>
            <a:br>
              <a:rPr lang="en-IN" dirty="0"/>
            </a:br>
            <a:r>
              <a:rPr lang="en-IN" dirty="0"/>
              <a:t> - language deep exam, debates, competitions </a:t>
            </a:r>
            <a:br>
              <a:rPr lang="en-IN" dirty="0"/>
            </a:br>
            <a:r>
              <a:rPr lang="en-IN" dirty="0"/>
              <a:t>	patent PUBLICATION – RIGHTS</a:t>
            </a:r>
            <a:br>
              <a:rPr lang="en-IN" dirty="0"/>
            </a:br>
            <a:r>
              <a:rPr lang="en-IN" dirty="0"/>
              <a:t>	RIGHT CAREER</a:t>
            </a:r>
            <a:br>
              <a:rPr lang="en-IN" dirty="0"/>
            </a:br>
            <a:r>
              <a:rPr lang="en-IN" dirty="0"/>
              <a:t>ENERGY FIELD</a:t>
            </a:r>
            <a:br>
              <a:rPr lang="en-IN" dirty="0"/>
            </a:br>
            <a:r>
              <a:rPr lang="en-IN" dirty="0"/>
              <a:t>AI ML</a:t>
            </a:r>
            <a:br>
              <a:rPr lang="en-IN" dirty="0"/>
            </a:br>
            <a:r>
              <a:rPr lang="en-IN" dirty="0"/>
              <a:t>EDUCATION – STUDY METHOD</a:t>
            </a:r>
            <a:br>
              <a:rPr lang="en-IN" dirty="0"/>
            </a:br>
            <a:r>
              <a:rPr lang="en-IN" dirty="0"/>
              <a:t>FINANCES</a:t>
            </a:r>
            <a:br>
              <a:rPr lang="en-IN" dirty="0"/>
            </a:br>
            <a:r>
              <a:rPr lang="en-IN" dirty="0"/>
              <a:t>LAW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SURYA GROUP OF INDUSTRY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ELECTRICAL ENGINEERING SERVICES</a:t>
            </a:r>
            <a:br>
              <a:rPr lang="en-IN" dirty="0"/>
            </a:br>
            <a:r>
              <a:rPr lang="en-IN" dirty="0"/>
              <a:t>	RESIDENTIAL CONTRACTS</a:t>
            </a:r>
            <a:br>
              <a:rPr lang="en-IN" dirty="0"/>
            </a:br>
            <a:r>
              <a:rPr lang="en-IN" dirty="0"/>
              <a:t>	COMMERCIAL</a:t>
            </a:r>
            <a:br>
              <a:rPr lang="en-IN" dirty="0"/>
            </a:br>
            <a:r>
              <a:rPr lang="en-IN" dirty="0"/>
              <a:t>	INDUSTRIAL – AMC</a:t>
            </a:r>
            <a:br>
              <a:rPr lang="en-IN" dirty="0"/>
            </a:br>
            <a:r>
              <a:rPr lang="en-IN" dirty="0"/>
              <a:t>	INDUSTRTY 3.0 IMPLIMENTATION</a:t>
            </a:r>
            <a:br>
              <a:rPr lang="en-IN" dirty="0"/>
            </a:br>
            <a:r>
              <a:rPr lang="en-IN" dirty="0"/>
              <a:t>	INDUSTRY 4.0</a:t>
            </a:r>
            <a:br>
              <a:rPr lang="en-IN" dirty="0"/>
            </a:br>
            <a:r>
              <a:rPr lang="en-IN" dirty="0"/>
              <a:t>	AI ML</a:t>
            </a:r>
            <a:br>
              <a:rPr lang="en-IN" dirty="0"/>
            </a:br>
            <a:r>
              <a:rPr lang="en-IN" dirty="0"/>
              <a:t>	PRODUCT DEVELOPMENT </a:t>
            </a:r>
            <a:br>
              <a:rPr lang="en-IN" dirty="0"/>
            </a:br>
            <a:r>
              <a:rPr lang="en-IN" dirty="0"/>
              <a:t>MACHINE MANUFACTURING</a:t>
            </a:r>
            <a:br>
              <a:rPr lang="en-IN" dirty="0"/>
            </a:br>
            <a:r>
              <a:rPr lang="en-IN" dirty="0"/>
              <a:t>SISTER COMPANIES</a:t>
            </a:r>
            <a:br>
              <a:rPr lang="en-IN" dirty="0"/>
            </a:br>
            <a:r>
              <a:rPr lang="en-IN" dirty="0"/>
              <a:t>	- INVESTMENT</a:t>
            </a:r>
          </a:p>
        </p:txBody>
      </p:sp>
    </p:spTree>
    <p:extLst>
      <p:ext uri="{BB962C8B-B14F-4D97-AF65-F5344CB8AC3E}">
        <p14:creationId xmlns:p14="http://schemas.microsoft.com/office/powerpoint/2010/main" val="2570448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</TotalTime>
  <Words>177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Onkar Damale</dc:creator>
  <cp:lastModifiedBy>Onkar Damale</cp:lastModifiedBy>
  <cp:revision>1</cp:revision>
  <dcterms:created xsi:type="dcterms:W3CDTF">2026-10-29T20:08:25Z</dcterms:created>
  <dcterms:modified xsi:type="dcterms:W3CDTF">2026-10-29T20:32:41Z</dcterms:modified>
</cp:coreProperties>
</file>