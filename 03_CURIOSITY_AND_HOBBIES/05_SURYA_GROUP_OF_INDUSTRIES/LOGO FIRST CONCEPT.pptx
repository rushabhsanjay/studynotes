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A669-FFFC-CB75-5AE7-96792871F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A9141-6305-A251-FFF0-834A18E5E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F666E-2534-64D2-8717-BDD23B4BF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2F8A-3873-4767-9CD7-DE67E43068D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8A2FE-DFFE-3881-5225-0587AD24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95864-3DC1-CE39-D649-912D96B66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D61-72E3-446A-A46E-76B4A9DF7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45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EA08-4C37-8F1C-EA9B-36F63AAA5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E4280-12B2-A65F-D660-310CA54C3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E0D5E-ABD7-742E-9691-17FD8FE8E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2F8A-3873-4767-9CD7-DE67E43068D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B8836-92D9-716B-0101-07FF054C5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CBEDC-B678-6E21-7855-523BB968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D61-72E3-446A-A46E-76B4A9DF7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7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43485-46F6-AC5A-B6F4-1D03410EF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E1EB1-2CB4-9451-5942-1182838BD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1C84D-36BF-2C1C-226B-101BBEF0D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2F8A-3873-4767-9CD7-DE67E43068D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B38DD-D190-8C7A-F789-06A3AFB9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700F-745F-49D6-EE9C-A3284F858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D61-72E3-446A-A46E-76B4A9DF7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57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0A44-9134-6A47-A8EE-854599946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535A-28A5-75B5-D94C-8680AA117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B6C3C-B36F-6728-BD5A-543786A22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4AC17-2E15-6F23-18F9-712C2BBE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2F8A-3873-4767-9CD7-DE67E43068D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941FE-E7E4-1A25-C220-5634C1EC0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184C5-6C11-4AF2-DFA1-45A63CAD2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D61-72E3-446A-A46E-76B4A9DF7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534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40D02-6D18-AEA6-CC48-678EE72EE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C8DB0-C588-8AFA-DDDF-A94164341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410BB-8667-1A90-5BB0-FC94F555F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29AC30-921C-3D00-4406-243B99C35A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D4291F-5653-4155-BC40-823B141B7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87EC24-9905-31F8-0CC4-F537279C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2F8A-3873-4767-9CD7-DE67E43068D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F8F10-1E0C-A280-7CF0-A60CC2417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0FB2C6-4CDC-B062-14BF-D5FC5C32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D61-72E3-446A-A46E-76B4A9DF7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816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C0B2A-1AB6-900A-B00C-F23DC0AA6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30CE0-C84D-F33A-52E7-6B80D20A6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2F8A-3873-4767-9CD7-DE67E43068D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9C998-FBAB-DFFD-D5FD-8F412E8B1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D4220E-CA27-4594-7172-5EB22865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D61-72E3-446A-A46E-76B4A9DF7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363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A7D710-3B4D-6A24-B5CD-A463C5AB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2F8A-3873-4767-9CD7-DE67E43068D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95CFA8-DF21-C7E3-F7FF-A07026A1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0C18A-FE76-D876-4E2A-397AF6FF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D61-72E3-446A-A46E-76B4A9DF7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181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DE00-80DF-8879-549A-A5FA190F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6F220-14D5-1612-E840-B6D7863C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E9900-6B19-9861-F3B1-DDEE23FA7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F1A9B-85E1-F85D-3522-D3F1607C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2F8A-3873-4767-9CD7-DE67E43068D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C291E-453C-55E8-9B07-50EA70BC6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FA01D-EA5A-069F-056F-E8BD89FA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D61-72E3-446A-A46E-76B4A9DF7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649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CF9B3-022D-7109-6B7A-06F836788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13BF22-6C47-B4AE-6D0A-3B4DB1318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DD5A2-722C-3DA8-C0BA-BD27F80D0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93CAC-D421-F160-3F47-1591FDFA6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2F8A-3873-4767-9CD7-DE67E43068D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69A68-F4F0-FBA4-F30D-3B21E397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E0C8-4451-9F01-AF6E-8B519A5D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D61-72E3-446A-A46E-76B4A9DF7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858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62EB-D14C-5219-EDBB-FF2B23671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9338B7-9DC9-DFA7-B421-198FABA16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4A1C7-407C-252F-D786-D8B6E0870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2F8A-3873-4767-9CD7-DE67E43068D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AC112-F2B3-86EE-2E99-A2DA451D3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517ED-6790-D3B9-D24B-CA673AB5C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D61-72E3-446A-A46E-76B4A9DF7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96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233705-89C2-51CF-0128-96AA1606C8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F3A28-9CE3-0DD2-DCA3-062B6E41C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310-DBA3-AFE1-CF6B-558BEAA6F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2F8A-3873-4767-9CD7-DE67E43068D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4B10-F744-A8BD-F121-46B7D53EE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914FB-C088-EB3D-E2F1-9943D400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D61-72E3-446A-A46E-76B4A9DF7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466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2B228-7BA7-B188-7F3F-D7C6E5637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262A2-3ED4-252F-7E6A-E1F45A4F5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02EC2-2C56-5D26-7835-2132AA38A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C2F8A-3873-4767-9CD7-DE67E43068D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24795-8875-B04C-4498-1742526EF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9E772-DE6B-2BB4-76F5-9BD158A7F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BCD61-72E3-446A-A46E-76B4A9DF7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544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31BEC8D-A2BF-9B09-3CA2-3C4E6B3B694A}"/>
              </a:ext>
            </a:extLst>
          </p:cNvPr>
          <p:cNvGrpSpPr/>
          <p:nvPr/>
        </p:nvGrpSpPr>
        <p:grpSpPr>
          <a:xfrm>
            <a:off x="3617395" y="1945219"/>
            <a:ext cx="4957210" cy="1800000"/>
            <a:chOff x="3617395" y="2529000"/>
            <a:chExt cx="4957210" cy="1800000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DFAE0F09-9057-D8AC-BAE9-2010D60D44C5}"/>
                </a:ext>
              </a:extLst>
            </p:cNvPr>
            <p:cNvSpPr/>
            <p:nvPr/>
          </p:nvSpPr>
          <p:spPr>
            <a:xfrm>
              <a:off x="3617395" y="2529000"/>
              <a:ext cx="4957210" cy="1800000"/>
            </a:xfrm>
            <a:custGeom>
              <a:avLst/>
              <a:gdLst>
                <a:gd name="csX0" fmla="*/ 892780 w 4957210"/>
                <a:gd name="csY0" fmla="*/ 0 h 1800000"/>
                <a:gd name="csX1" fmla="*/ 894921 w 4957210"/>
                <a:gd name="csY1" fmla="*/ 0 h 1800000"/>
                <a:gd name="csX2" fmla="*/ 894921 w 4957210"/>
                <a:gd name="csY2" fmla="*/ 1 h 1800000"/>
                <a:gd name="csX3" fmla="*/ 1180779 w 4957210"/>
                <a:gd name="csY3" fmla="*/ 1 h 1800000"/>
                <a:gd name="csX4" fmla="*/ 1180779 w 4957210"/>
                <a:gd name="csY4" fmla="*/ 154957 h 1800000"/>
                <a:gd name="csX5" fmla="*/ 1180779 w 4957210"/>
                <a:gd name="csY5" fmla="*/ 154958 h 1800000"/>
                <a:gd name="csX6" fmla="*/ 1182295 w 4957210"/>
                <a:gd name="csY6" fmla="*/ 153707 h 1800000"/>
                <a:gd name="csX7" fmla="*/ 1685493 w 4957210"/>
                <a:gd name="csY7" fmla="*/ 1 h 1800000"/>
                <a:gd name="csX8" fmla="*/ 1973493 w 4957210"/>
                <a:gd name="csY8" fmla="*/ 1 h 1800000"/>
                <a:gd name="csX9" fmla="*/ 1973493 w 4957210"/>
                <a:gd name="csY9" fmla="*/ 153326 h 1800000"/>
                <a:gd name="csX10" fmla="*/ 1973493 w 4957210"/>
                <a:gd name="csY10" fmla="*/ 153327 h 1800000"/>
                <a:gd name="csX11" fmla="*/ 2047072 w 4957210"/>
                <a:gd name="csY11" fmla="*/ 108626 h 1800000"/>
                <a:gd name="csX12" fmla="*/ 2476065 w 4957210"/>
                <a:gd name="csY12" fmla="*/ 1 h 1800000"/>
                <a:gd name="csX13" fmla="*/ 2905058 w 4957210"/>
                <a:gd name="csY13" fmla="*/ 108626 h 1800000"/>
                <a:gd name="csX14" fmla="*/ 2978637 w 4957210"/>
                <a:gd name="csY14" fmla="*/ 153327 h 1800000"/>
                <a:gd name="csX15" fmla="*/ 2978637 w 4957210"/>
                <a:gd name="csY15" fmla="*/ 153326 h 1800000"/>
                <a:gd name="csX16" fmla="*/ 2978637 w 4957210"/>
                <a:gd name="csY16" fmla="*/ 0 h 1800000"/>
                <a:gd name="csX17" fmla="*/ 3266637 w 4957210"/>
                <a:gd name="csY17" fmla="*/ 0 h 1800000"/>
                <a:gd name="csX18" fmla="*/ 3695630 w 4957210"/>
                <a:gd name="csY18" fmla="*/ 108625 h 1800000"/>
                <a:gd name="csX19" fmla="*/ 3769210 w 4957210"/>
                <a:gd name="csY19" fmla="*/ 153326 h 1800000"/>
                <a:gd name="csX20" fmla="*/ 3769210 w 4957210"/>
                <a:gd name="csY20" fmla="*/ 0 h 1800000"/>
                <a:gd name="csX21" fmla="*/ 4057210 w 4957210"/>
                <a:gd name="csY21" fmla="*/ 0 h 1800000"/>
                <a:gd name="csX22" fmla="*/ 4957210 w 4957210"/>
                <a:gd name="csY22" fmla="*/ 900000 h 1800000"/>
                <a:gd name="csX23" fmla="*/ 4057210 w 4957210"/>
                <a:gd name="csY23" fmla="*/ 1800000 h 1800000"/>
                <a:gd name="csX24" fmla="*/ 3769210 w 4957210"/>
                <a:gd name="csY24" fmla="*/ 1800000 h 1800000"/>
                <a:gd name="csX25" fmla="*/ 3769210 w 4957210"/>
                <a:gd name="csY25" fmla="*/ 1646674 h 1800000"/>
                <a:gd name="csX26" fmla="*/ 3695630 w 4957210"/>
                <a:gd name="csY26" fmla="*/ 1691375 h 1800000"/>
                <a:gd name="csX27" fmla="*/ 3266637 w 4957210"/>
                <a:gd name="csY27" fmla="*/ 1800000 h 1800000"/>
                <a:gd name="csX28" fmla="*/ 2978637 w 4957210"/>
                <a:gd name="csY28" fmla="*/ 1800000 h 1800000"/>
                <a:gd name="csX29" fmla="*/ 2978637 w 4957210"/>
                <a:gd name="csY29" fmla="*/ 1646674 h 1800000"/>
                <a:gd name="csX30" fmla="*/ 2905058 w 4957210"/>
                <a:gd name="csY30" fmla="*/ 1691375 h 1800000"/>
                <a:gd name="csX31" fmla="*/ 2476065 w 4957210"/>
                <a:gd name="csY31" fmla="*/ 1800000 h 1800000"/>
                <a:gd name="csX32" fmla="*/ 2047072 w 4957210"/>
                <a:gd name="csY32" fmla="*/ 1691375 h 1800000"/>
                <a:gd name="csX33" fmla="*/ 1973493 w 4957210"/>
                <a:gd name="csY33" fmla="*/ 1646674 h 1800000"/>
                <a:gd name="csX34" fmla="*/ 1973493 w 4957210"/>
                <a:gd name="csY34" fmla="*/ 1800000 h 1800000"/>
                <a:gd name="csX35" fmla="*/ 1685493 w 4957210"/>
                <a:gd name="csY35" fmla="*/ 1800000 h 1800000"/>
                <a:gd name="csX36" fmla="*/ 1182295 w 4957210"/>
                <a:gd name="csY36" fmla="*/ 1646294 h 1800000"/>
                <a:gd name="csX37" fmla="*/ 1180779 w 4957210"/>
                <a:gd name="csY37" fmla="*/ 1645043 h 1800000"/>
                <a:gd name="csX38" fmla="*/ 1180779 w 4957210"/>
                <a:gd name="csY38" fmla="*/ 1800000 h 1800000"/>
                <a:gd name="csX39" fmla="*/ 894921 w 4957210"/>
                <a:gd name="csY39" fmla="*/ 1800000 h 1800000"/>
                <a:gd name="csX40" fmla="*/ 894920 w 4957210"/>
                <a:gd name="csY40" fmla="*/ 1800000 h 1800000"/>
                <a:gd name="csX41" fmla="*/ 892780 w 4957210"/>
                <a:gd name="csY41" fmla="*/ 1800000 h 1800000"/>
                <a:gd name="csX42" fmla="*/ 892780 w 4957210"/>
                <a:gd name="csY42" fmla="*/ 1799892 h 1800000"/>
                <a:gd name="csX43" fmla="*/ 892780 w 4957210"/>
                <a:gd name="csY43" fmla="*/ 1799635 h 1800000"/>
                <a:gd name="csX44" fmla="*/ 807980 w 4957210"/>
                <a:gd name="csY44" fmla="*/ 1795353 h 1800000"/>
                <a:gd name="csX45" fmla="*/ 0 w 4957210"/>
                <a:gd name="csY45" fmla="*/ 900000 h 1800000"/>
                <a:gd name="csX46" fmla="*/ 807980 w 4957210"/>
                <a:gd name="csY46" fmla="*/ 4647 h 1800000"/>
                <a:gd name="csX47" fmla="*/ 892780 w 4957210"/>
                <a:gd name="csY47" fmla="*/ 364 h 1800000"/>
                <a:gd name="csX48" fmla="*/ 892780 w 4957210"/>
                <a:gd name="csY48" fmla="*/ 108 h 1800000"/>
                <a:gd name="csX49" fmla="*/ 892780 w 4957210"/>
                <a:gd name="csY49" fmla="*/ 0 h 1800000"/>
                <a:gd name="csX50" fmla="*/ 2221292 w 4957210"/>
                <a:gd name="csY50" fmla="*/ 288000 h 1800000"/>
                <a:gd name="csX51" fmla="*/ 1862795 w 4957210"/>
                <a:gd name="csY51" fmla="*/ 646497 h 1800000"/>
                <a:gd name="csX52" fmla="*/ 1862795 w 4957210"/>
                <a:gd name="csY52" fmla="*/ 1153503 h 1800000"/>
                <a:gd name="csX53" fmla="*/ 2221292 w 4957210"/>
                <a:gd name="csY53" fmla="*/ 1512000 h 1800000"/>
                <a:gd name="csX54" fmla="*/ 2476065 w 4957210"/>
                <a:gd name="csY54" fmla="*/ 1512000 h 1800000"/>
                <a:gd name="csX55" fmla="*/ 2728298 w 4957210"/>
                <a:gd name="csY55" fmla="*/ 1512000 h 1800000"/>
                <a:gd name="csX56" fmla="*/ 2901582 w 4957210"/>
                <a:gd name="csY56" fmla="*/ 1338716 h 1800000"/>
                <a:gd name="csX57" fmla="*/ 2908814 w 4957210"/>
                <a:gd name="csY57" fmla="*/ 1332749 h 1800000"/>
                <a:gd name="csX58" fmla="*/ 2914781 w 4957210"/>
                <a:gd name="csY58" fmla="*/ 1325517 h 1800000"/>
                <a:gd name="csX59" fmla="*/ 3086795 w 4957210"/>
                <a:gd name="csY59" fmla="*/ 1153503 h 1800000"/>
                <a:gd name="csX60" fmla="*/ 3086795 w 4957210"/>
                <a:gd name="csY60" fmla="*/ 916785 h 1800000"/>
                <a:gd name="csX61" fmla="*/ 3088065 w 4957210"/>
                <a:gd name="csY61" fmla="*/ 900000 h 1800000"/>
                <a:gd name="csX62" fmla="*/ 3086795 w 4957210"/>
                <a:gd name="csY62" fmla="*/ 883215 h 1800000"/>
                <a:gd name="csX63" fmla="*/ 3086795 w 4957210"/>
                <a:gd name="csY63" fmla="*/ 646497 h 1800000"/>
                <a:gd name="csX64" fmla="*/ 2914776 w 4957210"/>
                <a:gd name="csY64" fmla="*/ 474478 h 1800000"/>
                <a:gd name="csX65" fmla="*/ 2908814 w 4957210"/>
                <a:gd name="csY65" fmla="*/ 467252 h 1800000"/>
                <a:gd name="csX66" fmla="*/ 2901588 w 4957210"/>
                <a:gd name="csY66" fmla="*/ 461290 h 1800000"/>
                <a:gd name="csX67" fmla="*/ 2728298 w 4957210"/>
                <a:gd name="csY67" fmla="*/ 288000 h 1800000"/>
                <a:gd name="csX68" fmla="*/ 2221292 w 4957210"/>
                <a:gd name="csY68" fmla="*/ 288000 h 1800000"/>
                <a:gd name="csX69" fmla="*/ 3266637 w 4957210"/>
                <a:gd name="csY69" fmla="*/ 288000 h 1800000"/>
                <a:gd name="csX70" fmla="*/ 3266637 w 4957210"/>
                <a:gd name="csY70" fmla="*/ 469685 h 1800000"/>
                <a:gd name="csX71" fmla="*/ 3267440 w 4957210"/>
                <a:gd name="csY71" fmla="*/ 471007 h 1800000"/>
                <a:gd name="csX72" fmla="*/ 3376065 w 4957210"/>
                <a:gd name="csY72" fmla="*/ 900000 h 1800000"/>
                <a:gd name="csX73" fmla="*/ 3267440 w 4957210"/>
                <a:gd name="csY73" fmla="*/ 1328993 h 1800000"/>
                <a:gd name="csX74" fmla="*/ 3266637 w 4957210"/>
                <a:gd name="csY74" fmla="*/ 1330315 h 1800000"/>
                <a:gd name="csX75" fmla="*/ 3266637 w 4957210"/>
                <a:gd name="csY75" fmla="*/ 1512000 h 1800000"/>
                <a:gd name="csX76" fmla="*/ 3699386 w 4957210"/>
                <a:gd name="csY76" fmla="*/ 1332749 h 1800000"/>
                <a:gd name="csX77" fmla="*/ 3769210 w 4957210"/>
                <a:gd name="csY77" fmla="*/ 1248122 h 1800000"/>
                <a:gd name="csX78" fmla="*/ 3774117 w 4957210"/>
                <a:gd name="csY78" fmla="*/ 1242175 h 1800000"/>
                <a:gd name="csX79" fmla="*/ 3878637 w 4957210"/>
                <a:gd name="csY79" fmla="*/ 900000 h 1800000"/>
                <a:gd name="csX80" fmla="*/ 3774117 w 4957210"/>
                <a:gd name="csY80" fmla="*/ 557825 h 1800000"/>
                <a:gd name="csX81" fmla="*/ 3769210 w 4957210"/>
                <a:gd name="csY81" fmla="*/ 551878 h 1800000"/>
                <a:gd name="csX82" fmla="*/ 3699386 w 4957210"/>
                <a:gd name="csY82" fmla="*/ 467251 h 1800000"/>
                <a:gd name="csX83" fmla="*/ 3266637 w 4957210"/>
                <a:gd name="csY83" fmla="*/ 288000 h 1800000"/>
                <a:gd name="csX84" fmla="*/ 4057210 w 4957210"/>
                <a:gd name="csY84" fmla="*/ 288000 h 1800000"/>
                <a:gd name="csX85" fmla="*/ 4057210 w 4957210"/>
                <a:gd name="csY85" fmla="*/ 469687 h 1800000"/>
                <a:gd name="csX86" fmla="*/ 4057210 w 4957210"/>
                <a:gd name="csY86" fmla="*/ 481877 h 1800000"/>
                <a:gd name="csX87" fmla="*/ 4133224 w 4957210"/>
                <a:gd name="csY87" fmla="*/ 675076 h 1800000"/>
                <a:gd name="csX88" fmla="*/ 4161558 w 4957210"/>
                <a:gd name="csY88" fmla="*/ 900000 h 1800000"/>
                <a:gd name="csX89" fmla="*/ 4133224 w 4957210"/>
                <a:gd name="csY89" fmla="*/ 1124924 h 1800000"/>
                <a:gd name="csX90" fmla="*/ 4057210 w 4957210"/>
                <a:gd name="csY90" fmla="*/ 1318122 h 1800000"/>
                <a:gd name="csX91" fmla="*/ 4057210 w 4957210"/>
                <a:gd name="csY91" fmla="*/ 1330313 h 1800000"/>
                <a:gd name="csX92" fmla="*/ 4057210 w 4957210"/>
                <a:gd name="csY92" fmla="*/ 1512000 h 1800000"/>
                <a:gd name="csX93" fmla="*/ 4669210 w 4957210"/>
                <a:gd name="csY93" fmla="*/ 900000 h 1800000"/>
                <a:gd name="csX94" fmla="*/ 4057210 w 4957210"/>
                <a:gd name="csY94" fmla="*/ 288000 h 1800000"/>
                <a:gd name="csX95" fmla="*/ 1685493 w 4957210"/>
                <a:gd name="csY95" fmla="*/ 288001 h 1800000"/>
                <a:gd name="csX96" fmla="*/ 1252744 w 4957210"/>
                <a:gd name="csY96" fmla="*/ 467252 h 1800000"/>
                <a:gd name="csX97" fmla="*/ 1180779 w 4957210"/>
                <a:gd name="csY97" fmla="*/ 554474 h 1800000"/>
                <a:gd name="csX98" fmla="*/ 1180779 w 4957210"/>
                <a:gd name="csY98" fmla="*/ 554473 h 1800000"/>
                <a:gd name="csX99" fmla="*/ 1178013 w 4957210"/>
                <a:gd name="csY99" fmla="*/ 557825 h 1800000"/>
                <a:gd name="csX100" fmla="*/ 1073493 w 4957210"/>
                <a:gd name="csY100" fmla="*/ 900000 h 1800000"/>
                <a:gd name="csX101" fmla="*/ 1178013 w 4957210"/>
                <a:gd name="csY101" fmla="*/ 1242175 h 1800000"/>
                <a:gd name="csX102" fmla="*/ 1180779 w 4957210"/>
                <a:gd name="csY102" fmla="*/ 1245528 h 1800000"/>
                <a:gd name="csX103" fmla="*/ 1252744 w 4957210"/>
                <a:gd name="csY103" fmla="*/ 1332749 h 1800000"/>
                <a:gd name="csX104" fmla="*/ 1685493 w 4957210"/>
                <a:gd name="csY104" fmla="*/ 1512000 h 1800000"/>
                <a:gd name="csX105" fmla="*/ 1685493 w 4957210"/>
                <a:gd name="csY105" fmla="*/ 1330315 h 1800000"/>
                <a:gd name="csX106" fmla="*/ 1684690 w 4957210"/>
                <a:gd name="csY106" fmla="*/ 1328993 h 1800000"/>
                <a:gd name="csX107" fmla="*/ 1576065 w 4957210"/>
                <a:gd name="csY107" fmla="*/ 900000 h 1800000"/>
                <a:gd name="csX108" fmla="*/ 1684690 w 4957210"/>
                <a:gd name="csY108" fmla="*/ 471007 h 1800000"/>
                <a:gd name="csX109" fmla="*/ 1685493 w 4957210"/>
                <a:gd name="csY109" fmla="*/ 469685 h 1800000"/>
                <a:gd name="csX110" fmla="*/ 1685493 w 4957210"/>
                <a:gd name="csY110" fmla="*/ 288001 h 1800000"/>
                <a:gd name="csX111" fmla="*/ 892779 w 4957210"/>
                <a:gd name="csY111" fmla="*/ 288728 h 1800000"/>
                <a:gd name="csX112" fmla="*/ 776661 w 4957210"/>
                <a:gd name="csY112" fmla="*/ 300434 h 1800000"/>
                <a:gd name="csX113" fmla="*/ 288000 w 4957210"/>
                <a:gd name="csY113" fmla="*/ 900000 h 1800000"/>
                <a:gd name="csX114" fmla="*/ 776661 w 4957210"/>
                <a:gd name="csY114" fmla="*/ 1499566 h 1800000"/>
                <a:gd name="csX115" fmla="*/ 892779 w 4957210"/>
                <a:gd name="csY115" fmla="*/ 1511272 h 1800000"/>
                <a:gd name="csX116" fmla="*/ 892779 w 4957210"/>
                <a:gd name="csY116" fmla="*/ 1326215 h 1800000"/>
                <a:gd name="csX117" fmla="*/ 856220 w 4957210"/>
                <a:gd name="csY117" fmla="*/ 1250322 h 1800000"/>
                <a:gd name="csX118" fmla="*/ 785493 w 4957210"/>
                <a:gd name="csY118" fmla="*/ 900001 h 1800000"/>
                <a:gd name="csX119" fmla="*/ 856220 w 4957210"/>
                <a:gd name="csY119" fmla="*/ 549681 h 1800000"/>
                <a:gd name="csX120" fmla="*/ 892779 w 4957210"/>
                <a:gd name="csY120" fmla="*/ 473788 h 1800000"/>
                <a:gd name="csX121" fmla="*/ 892779 w 4957210"/>
                <a:gd name="csY121" fmla="*/ 473787 h 1800000"/>
                <a:gd name="csX122" fmla="*/ 892779 w 4957210"/>
                <a:gd name="csY122" fmla="*/ 288728 h 180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</a:cxnLst>
              <a:rect l="l" t="t" r="r" b="b"/>
              <a:pathLst>
                <a:path w="4957210" h="1800000">
                  <a:moveTo>
                    <a:pt x="892780" y="0"/>
                  </a:moveTo>
                  <a:lnTo>
                    <a:pt x="894921" y="0"/>
                  </a:lnTo>
                  <a:lnTo>
                    <a:pt x="894921" y="1"/>
                  </a:lnTo>
                  <a:lnTo>
                    <a:pt x="1180779" y="1"/>
                  </a:lnTo>
                  <a:lnTo>
                    <a:pt x="1180779" y="154957"/>
                  </a:lnTo>
                  <a:lnTo>
                    <a:pt x="1180779" y="154958"/>
                  </a:lnTo>
                  <a:lnTo>
                    <a:pt x="1182295" y="153707"/>
                  </a:lnTo>
                  <a:cubicBezTo>
                    <a:pt x="1325936" y="56665"/>
                    <a:pt x="1499097" y="1"/>
                    <a:pt x="1685493" y="1"/>
                  </a:cubicBezTo>
                  <a:lnTo>
                    <a:pt x="1973493" y="1"/>
                  </a:lnTo>
                  <a:lnTo>
                    <a:pt x="1973493" y="153326"/>
                  </a:lnTo>
                  <a:lnTo>
                    <a:pt x="1973493" y="153327"/>
                  </a:lnTo>
                  <a:lnTo>
                    <a:pt x="2047072" y="108626"/>
                  </a:lnTo>
                  <a:cubicBezTo>
                    <a:pt x="2174596" y="39351"/>
                    <a:pt x="2320735" y="1"/>
                    <a:pt x="2476065" y="1"/>
                  </a:cubicBezTo>
                  <a:cubicBezTo>
                    <a:pt x="2631395" y="1"/>
                    <a:pt x="2777535" y="39351"/>
                    <a:pt x="2905058" y="108626"/>
                  </a:cubicBezTo>
                  <a:lnTo>
                    <a:pt x="2978637" y="153327"/>
                  </a:lnTo>
                  <a:lnTo>
                    <a:pt x="2978637" y="153326"/>
                  </a:lnTo>
                  <a:lnTo>
                    <a:pt x="2978637" y="0"/>
                  </a:lnTo>
                  <a:lnTo>
                    <a:pt x="3266637" y="0"/>
                  </a:lnTo>
                  <a:cubicBezTo>
                    <a:pt x="3421967" y="0"/>
                    <a:pt x="3568107" y="39350"/>
                    <a:pt x="3695630" y="108625"/>
                  </a:cubicBezTo>
                  <a:lnTo>
                    <a:pt x="3769210" y="153326"/>
                  </a:lnTo>
                  <a:lnTo>
                    <a:pt x="3769210" y="0"/>
                  </a:lnTo>
                  <a:lnTo>
                    <a:pt x="4057210" y="0"/>
                  </a:lnTo>
                  <a:cubicBezTo>
                    <a:pt x="4554266" y="0"/>
                    <a:pt x="4957210" y="402944"/>
                    <a:pt x="4957210" y="900000"/>
                  </a:cubicBezTo>
                  <a:cubicBezTo>
                    <a:pt x="4957210" y="1397056"/>
                    <a:pt x="4554266" y="1800000"/>
                    <a:pt x="4057210" y="1800000"/>
                  </a:cubicBezTo>
                  <a:lnTo>
                    <a:pt x="3769210" y="1800000"/>
                  </a:lnTo>
                  <a:lnTo>
                    <a:pt x="3769210" y="1646674"/>
                  </a:lnTo>
                  <a:lnTo>
                    <a:pt x="3695630" y="1691375"/>
                  </a:lnTo>
                  <a:cubicBezTo>
                    <a:pt x="3568107" y="1760650"/>
                    <a:pt x="3421967" y="1800000"/>
                    <a:pt x="3266637" y="1800000"/>
                  </a:cubicBezTo>
                  <a:lnTo>
                    <a:pt x="2978637" y="1800000"/>
                  </a:lnTo>
                  <a:lnTo>
                    <a:pt x="2978637" y="1646674"/>
                  </a:lnTo>
                  <a:lnTo>
                    <a:pt x="2905058" y="1691375"/>
                  </a:lnTo>
                  <a:cubicBezTo>
                    <a:pt x="2777535" y="1760650"/>
                    <a:pt x="2631395" y="1800000"/>
                    <a:pt x="2476065" y="1800000"/>
                  </a:cubicBezTo>
                  <a:cubicBezTo>
                    <a:pt x="2320735" y="1800000"/>
                    <a:pt x="2174596" y="1760650"/>
                    <a:pt x="2047072" y="1691375"/>
                  </a:cubicBezTo>
                  <a:lnTo>
                    <a:pt x="1973493" y="1646674"/>
                  </a:lnTo>
                  <a:lnTo>
                    <a:pt x="1973493" y="1800000"/>
                  </a:lnTo>
                  <a:lnTo>
                    <a:pt x="1685493" y="1800000"/>
                  </a:lnTo>
                  <a:cubicBezTo>
                    <a:pt x="1499097" y="1800000"/>
                    <a:pt x="1325936" y="1743336"/>
                    <a:pt x="1182295" y="1646294"/>
                  </a:cubicBezTo>
                  <a:lnTo>
                    <a:pt x="1180779" y="1645043"/>
                  </a:lnTo>
                  <a:lnTo>
                    <a:pt x="1180779" y="1800000"/>
                  </a:lnTo>
                  <a:lnTo>
                    <a:pt x="894921" y="1800000"/>
                  </a:lnTo>
                  <a:lnTo>
                    <a:pt x="894920" y="1800000"/>
                  </a:lnTo>
                  <a:lnTo>
                    <a:pt x="892780" y="1800000"/>
                  </a:lnTo>
                  <a:lnTo>
                    <a:pt x="892780" y="1799892"/>
                  </a:lnTo>
                  <a:lnTo>
                    <a:pt x="892780" y="1799635"/>
                  </a:lnTo>
                  <a:lnTo>
                    <a:pt x="807980" y="1795353"/>
                  </a:lnTo>
                  <a:cubicBezTo>
                    <a:pt x="354150" y="1749265"/>
                    <a:pt x="0" y="1365990"/>
                    <a:pt x="0" y="900000"/>
                  </a:cubicBezTo>
                  <a:cubicBezTo>
                    <a:pt x="0" y="434010"/>
                    <a:pt x="354150" y="50736"/>
                    <a:pt x="807980" y="4647"/>
                  </a:cubicBezTo>
                  <a:lnTo>
                    <a:pt x="892780" y="364"/>
                  </a:lnTo>
                  <a:lnTo>
                    <a:pt x="892780" y="108"/>
                  </a:lnTo>
                  <a:lnTo>
                    <a:pt x="892780" y="0"/>
                  </a:lnTo>
                  <a:close/>
                  <a:moveTo>
                    <a:pt x="2221292" y="288000"/>
                  </a:moveTo>
                  <a:lnTo>
                    <a:pt x="1862795" y="646497"/>
                  </a:lnTo>
                  <a:lnTo>
                    <a:pt x="1862795" y="1153503"/>
                  </a:lnTo>
                  <a:lnTo>
                    <a:pt x="2221292" y="1512000"/>
                  </a:lnTo>
                  <a:lnTo>
                    <a:pt x="2476065" y="1512000"/>
                  </a:lnTo>
                  <a:lnTo>
                    <a:pt x="2728298" y="1512000"/>
                  </a:lnTo>
                  <a:lnTo>
                    <a:pt x="2901582" y="1338716"/>
                  </a:lnTo>
                  <a:lnTo>
                    <a:pt x="2908814" y="1332749"/>
                  </a:lnTo>
                  <a:lnTo>
                    <a:pt x="2914781" y="1325517"/>
                  </a:lnTo>
                  <a:lnTo>
                    <a:pt x="3086795" y="1153503"/>
                  </a:lnTo>
                  <a:lnTo>
                    <a:pt x="3086795" y="916785"/>
                  </a:lnTo>
                  <a:lnTo>
                    <a:pt x="3088065" y="900000"/>
                  </a:lnTo>
                  <a:lnTo>
                    <a:pt x="3086795" y="883215"/>
                  </a:lnTo>
                  <a:lnTo>
                    <a:pt x="3086795" y="646497"/>
                  </a:lnTo>
                  <a:lnTo>
                    <a:pt x="2914776" y="474478"/>
                  </a:lnTo>
                  <a:lnTo>
                    <a:pt x="2908814" y="467252"/>
                  </a:lnTo>
                  <a:lnTo>
                    <a:pt x="2901588" y="461290"/>
                  </a:lnTo>
                  <a:lnTo>
                    <a:pt x="2728298" y="288000"/>
                  </a:lnTo>
                  <a:lnTo>
                    <a:pt x="2221292" y="288000"/>
                  </a:lnTo>
                  <a:close/>
                  <a:moveTo>
                    <a:pt x="3266637" y="288000"/>
                  </a:moveTo>
                  <a:lnTo>
                    <a:pt x="3266637" y="469685"/>
                  </a:lnTo>
                  <a:lnTo>
                    <a:pt x="3267440" y="471007"/>
                  </a:lnTo>
                  <a:cubicBezTo>
                    <a:pt x="3336715" y="598531"/>
                    <a:pt x="3376065" y="744670"/>
                    <a:pt x="3376065" y="900000"/>
                  </a:cubicBezTo>
                  <a:cubicBezTo>
                    <a:pt x="3376065" y="1055330"/>
                    <a:pt x="3336715" y="1201470"/>
                    <a:pt x="3267440" y="1328993"/>
                  </a:cubicBezTo>
                  <a:lnTo>
                    <a:pt x="3266637" y="1330315"/>
                  </a:lnTo>
                  <a:lnTo>
                    <a:pt x="3266637" y="1512000"/>
                  </a:lnTo>
                  <a:cubicBezTo>
                    <a:pt x="3435636" y="1512000"/>
                    <a:pt x="3588636" y="1443500"/>
                    <a:pt x="3699386" y="1332749"/>
                  </a:cubicBezTo>
                  <a:lnTo>
                    <a:pt x="3769210" y="1248122"/>
                  </a:lnTo>
                  <a:lnTo>
                    <a:pt x="3774117" y="1242175"/>
                  </a:lnTo>
                  <a:cubicBezTo>
                    <a:pt x="3840106" y="1144499"/>
                    <a:pt x="3878637" y="1026749"/>
                    <a:pt x="3878637" y="900000"/>
                  </a:cubicBezTo>
                  <a:cubicBezTo>
                    <a:pt x="3878637" y="773251"/>
                    <a:pt x="3840106" y="655501"/>
                    <a:pt x="3774117" y="557825"/>
                  </a:cubicBezTo>
                  <a:lnTo>
                    <a:pt x="3769210" y="551878"/>
                  </a:lnTo>
                  <a:lnTo>
                    <a:pt x="3699386" y="467251"/>
                  </a:lnTo>
                  <a:cubicBezTo>
                    <a:pt x="3588636" y="356501"/>
                    <a:pt x="3435636" y="288000"/>
                    <a:pt x="3266637" y="288000"/>
                  </a:cubicBezTo>
                  <a:close/>
                  <a:moveTo>
                    <a:pt x="4057210" y="288000"/>
                  </a:moveTo>
                  <a:lnTo>
                    <a:pt x="4057210" y="469687"/>
                  </a:lnTo>
                  <a:lnTo>
                    <a:pt x="4057210" y="481877"/>
                  </a:lnTo>
                  <a:lnTo>
                    <a:pt x="4133224" y="675076"/>
                  </a:lnTo>
                  <a:cubicBezTo>
                    <a:pt x="4151721" y="746968"/>
                    <a:pt x="4161558" y="822335"/>
                    <a:pt x="4161558" y="900000"/>
                  </a:cubicBezTo>
                  <a:cubicBezTo>
                    <a:pt x="4161558" y="977665"/>
                    <a:pt x="4151721" y="1053032"/>
                    <a:pt x="4133224" y="1124924"/>
                  </a:cubicBezTo>
                  <a:lnTo>
                    <a:pt x="4057210" y="1318122"/>
                  </a:lnTo>
                  <a:lnTo>
                    <a:pt x="4057210" y="1330313"/>
                  </a:lnTo>
                  <a:lnTo>
                    <a:pt x="4057210" y="1512000"/>
                  </a:lnTo>
                  <a:cubicBezTo>
                    <a:pt x="4395208" y="1512000"/>
                    <a:pt x="4669210" y="1237998"/>
                    <a:pt x="4669210" y="900000"/>
                  </a:cubicBezTo>
                  <a:cubicBezTo>
                    <a:pt x="4669210" y="562002"/>
                    <a:pt x="4395208" y="288000"/>
                    <a:pt x="4057210" y="288000"/>
                  </a:cubicBezTo>
                  <a:close/>
                  <a:moveTo>
                    <a:pt x="1685493" y="288001"/>
                  </a:moveTo>
                  <a:cubicBezTo>
                    <a:pt x="1516494" y="288001"/>
                    <a:pt x="1363494" y="356502"/>
                    <a:pt x="1252744" y="467252"/>
                  </a:cubicBezTo>
                  <a:lnTo>
                    <a:pt x="1180779" y="554474"/>
                  </a:lnTo>
                  <a:lnTo>
                    <a:pt x="1180779" y="554473"/>
                  </a:lnTo>
                  <a:lnTo>
                    <a:pt x="1178013" y="557825"/>
                  </a:lnTo>
                  <a:cubicBezTo>
                    <a:pt x="1112025" y="655501"/>
                    <a:pt x="1073493" y="773251"/>
                    <a:pt x="1073493" y="900000"/>
                  </a:cubicBezTo>
                  <a:cubicBezTo>
                    <a:pt x="1073493" y="1026749"/>
                    <a:pt x="1112025" y="1144499"/>
                    <a:pt x="1178013" y="1242175"/>
                  </a:cubicBezTo>
                  <a:lnTo>
                    <a:pt x="1180779" y="1245528"/>
                  </a:lnTo>
                  <a:lnTo>
                    <a:pt x="1252744" y="1332749"/>
                  </a:lnTo>
                  <a:cubicBezTo>
                    <a:pt x="1363494" y="1443500"/>
                    <a:pt x="1516494" y="1512000"/>
                    <a:pt x="1685493" y="1512000"/>
                  </a:cubicBezTo>
                  <a:lnTo>
                    <a:pt x="1685493" y="1330315"/>
                  </a:lnTo>
                  <a:lnTo>
                    <a:pt x="1684690" y="1328993"/>
                  </a:lnTo>
                  <a:cubicBezTo>
                    <a:pt x="1615415" y="1201470"/>
                    <a:pt x="1576065" y="1055330"/>
                    <a:pt x="1576065" y="900000"/>
                  </a:cubicBezTo>
                  <a:cubicBezTo>
                    <a:pt x="1576065" y="744670"/>
                    <a:pt x="1615415" y="598531"/>
                    <a:pt x="1684690" y="471007"/>
                  </a:cubicBezTo>
                  <a:lnTo>
                    <a:pt x="1685493" y="469685"/>
                  </a:lnTo>
                  <a:lnTo>
                    <a:pt x="1685493" y="288001"/>
                  </a:lnTo>
                  <a:close/>
                  <a:moveTo>
                    <a:pt x="892779" y="288728"/>
                  </a:moveTo>
                  <a:lnTo>
                    <a:pt x="776661" y="300434"/>
                  </a:lnTo>
                  <a:cubicBezTo>
                    <a:pt x="497783" y="357501"/>
                    <a:pt x="288000" y="604252"/>
                    <a:pt x="288000" y="900000"/>
                  </a:cubicBezTo>
                  <a:cubicBezTo>
                    <a:pt x="288000" y="1195748"/>
                    <a:pt x="497783" y="1442500"/>
                    <a:pt x="776661" y="1499566"/>
                  </a:cubicBezTo>
                  <a:lnTo>
                    <a:pt x="892779" y="1511272"/>
                  </a:lnTo>
                  <a:lnTo>
                    <a:pt x="892779" y="1326215"/>
                  </a:lnTo>
                  <a:lnTo>
                    <a:pt x="856220" y="1250322"/>
                  </a:lnTo>
                  <a:cubicBezTo>
                    <a:pt x="810677" y="1142647"/>
                    <a:pt x="785493" y="1024265"/>
                    <a:pt x="785493" y="900001"/>
                  </a:cubicBezTo>
                  <a:cubicBezTo>
                    <a:pt x="785493" y="775737"/>
                    <a:pt x="810677" y="657355"/>
                    <a:pt x="856220" y="549681"/>
                  </a:cubicBezTo>
                  <a:lnTo>
                    <a:pt x="892779" y="473788"/>
                  </a:lnTo>
                  <a:lnTo>
                    <a:pt x="892779" y="473787"/>
                  </a:lnTo>
                  <a:lnTo>
                    <a:pt x="892779" y="28872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" name="Star: 24 Points 2">
              <a:extLst>
                <a:ext uri="{FF2B5EF4-FFF2-40B4-BE49-F238E27FC236}">
                  <a16:creationId xmlns:a16="http://schemas.microsoft.com/office/drawing/2014/main" id="{2448F6C8-4D87-EF72-1443-49FCA8E84CB4}"/>
                </a:ext>
              </a:extLst>
            </p:cNvPr>
            <p:cNvSpPr/>
            <p:nvPr/>
          </p:nvSpPr>
          <p:spPr>
            <a:xfrm>
              <a:off x="5638800" y="2971800"/>
              <a:ext cx="914400" cy="914400"/>
            </a:xfrm>
            <a:prstGeom prst="star24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6DD250F-B09F-9AD7-97C0-7A14FAC0F670}"/>
              </a:ext>
            </a:extLst>
          </p:cNvPr>
          <p:cNvSpPr txBox="1"/>
          <p:nvPr/>
        </p:nvSpPr>
        <p:spPr>
          <a:xfrm>
            <a:off x="3406001" y="4112562"/>
            <a:ext cx="5379999" cy="80021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IN" sz="28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SURYA GROUP OF INDUSTRIES</a:t>
            </a:r>
          </a:p>
          <a:p>
            <a:pPr algn="ctr"/>
            <a:r>
              <a:rPr lang="en-IN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INTEGRATING INDUSTRIES FROM EAST TO WEST</a:t>
            </a:r>
            <a:endParaRPr lang="en-IN" sz="2800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908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Sans Serif Collection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Onkar Damale</dc:creator>
  <cp:lastModifiedBy>Onkar Damale</cp:lastModifiedBy>
  <cp:revision>2</cp:revision>
  <dcterms:created xsi:type="dcterms:W3CDTF">2026-05-23T16:55:00Z</dcterms:created>
  <dcterms:modified xsi:type="dcterms:W3CDTF">2026-05-23T18:30:17Z</dcterms:modified>
</cp:coreProperties>
</file>